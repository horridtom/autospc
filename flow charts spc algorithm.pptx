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AA7"/>
    <a:srgbClr val="D1BCD2"/>
    <a:srgbClr val="EF8D22"/>
    <a:srgbClr val="DE5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D669-084A-44EA-BCEE-E0C436C35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0AC24-4AF6-4585-B541-B864E5403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22FE-7CD3-4D21-A530-02349195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AE626-2D02-4216-818D-4FB05A76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98B2C-0A70-42D7-AC92-C4D174D6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26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F543-1366-41BB-A1B8-88780DB0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5A3C-FC0B-46DD-89A6-1F22AB64B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E7C-2629-437E-A792-AFA13799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223E5-E8C6-422C-B201-C2355F8E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B54A-DBA8-4236-9860-A7CA3FD5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42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2A22-3ACF-46B2-A822-90E597D7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F79B5-A878-4C74-B2F5-3A60A31AB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1A46-278D-453E-9F9F-4BEA4A4D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B11-4149-42F4-AAB6-1C840F1D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0A14E-BD3A-4556-A455-D60504BD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04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86D0-D2A0-490D-8B26-5C49C7D2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14AA-521F-4FA5-986E-4641D338D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0E2F4-CBFD-497F-A8A9-91A7B5BB5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C30B4-6CFC-4BAE-BE8D-BF5767D9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1A722-4BAC-419B-81B2-21750F4B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29404-C0CC-4D1E-86E7-FE51C6A3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355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ED75-4A76-42F0-BA0C-8D13F56E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91580-18E0-492A-B65D-76004CA83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E8DEF-2EDB-417F-AF6A-BCBAD40E6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4DCDD-3CAB-4278-9902-E26003669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4CA40-A2BF-4E17-9178-021AC074F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225AF-B614-40DD-ABA8-D0836EAB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CD2F1-4FF0-4EBF-84DC-462BA20E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8B97B-E9E9-4E9E-B8A8-64B9438E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08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9A49-6FE0-4CA6-938C-04370A0D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78CD8-6551-44C2-B4AC-1430E2F9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52992-635C-4460-A160-8139D5E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63556-4425-4084-83FE-588059D2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44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E1731-4E19-489F-9A7A-EB2FF587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09649-C507-4238-B01A-11C58D29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D3E1F-DC6A-469B-B117-AE519AFF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3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0BEB-A4BC-4AB6-A705-7D587C9B7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19C7-0CB6-4CB2-AA97-620CE7609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085B1-5C06-440E-96FF-16B519FBD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D5EF7-FD08-4FB3-80FF-2B40AE8A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C4295-770A-445A-9BE9-00A1C7B1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59646-CD18-4CA2-8D1A-CC61C57C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32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3DAD-E536-4FCB-940C-F2A62ABC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D0A48-D3B8-4E49-85E7-93B5124DF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D5144-1058-457E-9362-75D37EF91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9C906-53E3-4253-AC8E-E4CC926A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AC354-B302-4F8C-B3DE-FC6A425B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95554-64E5-42F8-84B9-EE726559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560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A5B4-018D-4AA3-A741-4BED23E6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3418B-6954-4B6C-86A5-5065DC118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5F69D-5AEB-4038-9D59-C57DFC3F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24A52-2E6D-47B7-8839-0A85D66A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63FA-B7EC-4039-90C9-CCB40903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02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FABDF-8E1C-43AA-8EA5-F1D1D832D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5CE73-00F2-4BD0-8EA9-11457AF07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A2AE-F93B-4FC4-BF98-0666AD55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1A1AC-C967-4CF3-86D0-22C9BDBD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A8B-509D-4F5A-9255-733EA764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201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8E679-9DD7-43BC-A464-329548A8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6DE28-2A56-42CB-A3D6-311078323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07885-57AA-4DB9-8D1D-14FAA982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72BE5-D167-42FC-986A-FFD73F43EA19}" type="datetimeFigureOut">
              <a:rPr lang="en-GB" smtClean="0"/>
              <a:t>20/05/2021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4BE2F-53DF-430B-BECF-839E4C364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5A628-25A0-4055-9A7D-743FAB6A5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5FAFB-174F-42E6-87AE-90399C69F2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76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Diagram&#10;&#10;Description automatically generated">
            <a:extLst>
              <a:ext uri="{FF2B5EF4-FFF2-40B4-BE49-F238E27FC236}">
                <a16:creationId xmlns:a16="http://schemas.microsoft.com/office/drawing/2014/main" id="{B7C6BE52-AD07-4D94-82D3-FCEEA46A0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019" y="214651"/>
            <a:ext cx="7466275" cy="642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6744EA-0DC8-4ABC-8AD1-99D84E31A790}"/>
              </a:ext>
            </a:extLst>
          </p:cNvPr>
          <p:cNvSpPr/>
          <p:nvPr/>
        </p:nvSpPr>
        <p:spPr>
          <a:xfrm>
            <a:off x="5457737" y="822122"/>
            <a:ext cx="1095463" cy="956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are there any very extreme points? (5sd away from mean)? Yes – exclude.  </a:t>
            </a:r>
            <a:r>
              <a:rPr lang="en-GB" sz="1000" dirty="0">
                <a:solidFill>
                  <a:srgbClr val="FF0000"/>
                </a:solidFill>
              </a:rPr>
              <a:t>e_n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45CD8-9C77-49F9-8113-81D89E8B18EF}"/>
              </a:ext>
            </a:extLst>
          </p:cNvPr>
          <p:cNvSpPr txBox="1"/>
          <p:nvPr/>
        </p:nvSpPr>
        <p:spPr>
          <a:xfrm>
            <a:off x="4957894" y="2304992"/>
            <a:ext cx="9996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f_n = min(n_p,N)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9561D-C4DC-4051-9E7E-3856E8547CFB}"/>
              </a:ext>
            </a:extLst>
          </p:cNvPr>
          <p:cNvSpPr txBox="1"/>
          <p:nvPr/>
        </p:nvSpPr>
        <p:spPr>
          <a:xfrm>
            <a:off x="6553200" y="4266685"/>
            <a:ext cx="11409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b_n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F296A0-9C36-46C7-976B-FE3927DE6238}"/>
                  </a:ext>
                </a:extLst>
              </p:cNvPr>
              <p:cNvSpPr txBox="1"/>
              <p:nvPr/>
            </p:nvSpPr>
            <p:spPr>
              <a:xfrm>
                <a:off x="0" y="130761"/>
                <a:ext cx="3570136" cy="179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𝑝𝑜𝑖𝑛𝑡𝑠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/>
                      </m:func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𝑝𝑜𝑖𝑛𝑡𝑠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𝑐𝑎𝑙𝑐𝑢𝑙𝑎𝑡𝑖𝑜𝑛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</m:oMath>
                  </m:oMathPara>
                </a14:m>
                <a:endParaRPr lang="en-GB" sz="11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</m:oMath>
                  </m:oMathPara>
                </a14:m>
                <a:endParaRPr lang="en-GB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𝑐𝑜𝑢𝑛𝑡𝑒𝑟</m:t>
                      </m:r>
                    </m:oMath>
                  </m:oMathPara>
                </a14:m>
                <a:endParaRPr lang="en-GB" sz="11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𝑐𝑜𝑢𝑛𝑡𝑒𝑟</m:t>
                      </m:r>
                    </m:oMath>
                  </m:oMathPara>
                </a14:m>
                <a:endParaRPr lang="en-GB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𝑡𝑟𝑖𝑔𝑔𝑒𝑟𝑖𝑛𝑔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𝑟𝑢𝑙𝑒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𝑏𝑟𝑒𝑎𝑘</m:t>
                      </m:r>
                    </m:oMath>
                  </m:oMathPara>
                </a14:m>
                <a:endParaRPr lang="en-GB" sz="1100" dirty="0"/>
              </a:p>
              <a:p>
                <a:endParaRPr lang="en-GB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𝑓𝑟𝑒𝑒𝑧𝑒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</m:oMath>
                  </m:oMathPara>
                </a14:m>
                <a:endParaRPr lang="en-GB" sz="11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𝑏𝑟𝑒𝑎𝑘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</m:oMath>
                  </m:oMathPara>
                </a14:m>
                <a:endParaRPr lang="en-GB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𝑒𝑥𝑐𝑢𝑙𝑒𝑑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F296A0-9C36-46C7-976B-FE3927DE6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0761"/>
                <a:ext cx="3570136" cy="17981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671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BBDE8-D9D5-440B-8C3D-32C7FD0BC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108"/>
            <a:ext cx="12192000" cy="5937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B1F1D1-1401-403F-8440-0A989970B4B8}"/>
              </a:ext>
            </a:extLst>
          </p:cNvPr>
          <p:cNvSpPr txBox="1"/>
          <p:nvPr/>
        </p:nvSpPr>
        <p:spPr>
          <a:xfrm>
            <a:off x="104774" y="2675866"/>
            <a:ext cx="2886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</a:rPr>
              <a:t>enough_data_for_new_period</a:t>
            </a:r>
            <a:r>
              <a:rPr lang="en-GB" sz="1600" dirty="0">
                <a:solidFill>
                  <a:srgbClr val="00B0F0"/>
                </a:solidFill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113BF-0A4A-419E-A689-21B55F2D8B70}"/>
              </a:ext>
            </a:extLst>
          </p:cNvPr>
          <p:cNvSpPr txBox="1"/>
          <p:nvPr/>
        </p:nvSpPr>
        <p:spPr>
          <a:xfrm>
            <a:off x="104775" y="3014420"/>
            <a:ext cx="2266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6"/>
                </a:solidFill>
              </a:rPr>
              <a:t>form_calculation_limits</a:t>
            </a:r>
            <a:r>
              <a:rPr lang="en-GB" sz="1600" dirty="0">
                <a:solidFill>
                  <a:schemeClr val="accent6"/>
                </a:solidFill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28056-BA52-4321-8D88-63CB5CEA593A}"/>
              </a:ext>
            </a:extLst>
          </p:cNvPr>
          <p:cNvSpPr txBox="1"/>
          <p:nvPr/>
        </p:nvSpPr>
        <p:spPr>
          <a:xfrm>
            <a:off x="104774" y="3677831"/>
            <a:ext cx="2266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4"/>
                </a:solidFill>
              </a:rPr>
              <a:t>add_rule_breaks</a:t>
            </a:r>
            <a:r>
              <a:rPr lang="en-GB" sz="1600" dirty="0">
                <a:solidFill>
                  <a:schemeClr val="accent4"/>
                </a:solidFill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966FB-30DF-495F-BCAD-B5ACB66D98C5}"/>
              </a:ext>
            </a:extLst>
          </p:cNvPr>
          <p:cNvSpPr txBox="1"/>
          <p:nvPr/>
        </p:nvSpPr>
        <p:spPr>
          <a:xfrm>
            <a:off x="104774" y="3335750"/>
            <a:ext cx="2266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5ABAA7"/>
                </a:solidFill>
              </a:rPr>
              <a:t>form_display_limits</a:t>
            </a:r>
            <a:r>
              <a:rPr lang="en-GB" sz="1600" dirty="0">
                <a:solidFill>
                  <a:srgbClr val="5ABAA7"/>
                </a:solidFill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507E0-64A3-445E-A5FF-6D98AC0A054A}"/>
              </a:ext>
            </a:extLst>
          </p:cNvPr>
          <p:cNvSpPr txBox="1"/>
          <p:nvPr/>
        </p:nvSpPr>
        <p:spPr>
          <a:xfrm>
            <a:off x="104774" y="3992930"/>
            <a:ext cx="2266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DE5F85"/>
                </a:solidFill>
              </a:rPr>
              <a:t>rule2_break_scan()  - with respect to which limits?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348E15-C958-4DB5-9A3E-9A9ED235F1BD}"/>
              </a:ext>
            </a:extLst>
          </p:cNvPr>
          <p:cNvSpPr txBox="1"/>
          <p:nvPr/>
        </p:nvSpPr>
        <p:spPr>
          <a:xfrm>
            <a:off x="47974" y="4800472"/>
            <a:ext cx="2476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EF8D22"/>
                </a:solidFill>
              </a:rPr>
              <a:t>identify_opposite_break</a:t>
            </a:r>
            <a:r>
              <a:rPr lang="en-GB" sz="1600" dirty="0">
                <a:solidFill>
                  <a:srgbClr val="EF8D22"/>
                </a:solidFill>
              </a:rPr>
              <a:t>()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9437544-0C96-4FF9-8D74-651C2DEF8353}"/>
              </a:ext>
            </a:extLst>
          </p:cNvPr>
          <p:cNvSpPr/>
          <p:nvPr/>
        </p:nvSpPr>
        <p:spPr>
          <a:xfrm rot="5400000">
            <a:off x="6227112" y="3826813"/>
            <a:ext cx="109249" cy="27336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20310-8742-43A4-92FE-E984EF9D3677}"/>
              </a:ext>
            </a:extLst>
          </p:cNvPr>
          <p:cNvSpPr txBox="1"/>
          <p:nvPr/>
        </p:nvSpPr>
        <p:spPr>
          <a:xfrm>
            <a:off x="5499551" y="4790451"/>
            <a:ext cx="200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Candidate limits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E50592-F843-45EF-9060-95D5102F4577}"/>
              </a:ext>
            </a:extLst>
          </p:cNvPr>
          <p:cNvCxnSpPr/>
          <p:nvPr/>
        </p:nvCxnSpPr>
        <p:spPr>
          <a:xfrm flipV="1">
            <a:off x="7353302" y="2090737"/>
            <a:ext cx="866775" cy="551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4B0DEE4-B20B-485B-B485-2A38659E0BBD}"/>
              </a:ext>
            </a:extLst>
          </p:cNvPr>
          <p:cNvSpPr/>
          <p:nvPr/>
        </p:nvSpPr>
        <p:spPr>
          <a:xfrm>
            <a:off x="7019925" y="1655094"/>
            <a:ext cx="381000" cy="962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260E48-5CF0-460B-8809-58F38274E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363" y="2399970"/>
            <a:ext cx="1600200" cy="6585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32E5C99-540D-4B5C-BFB2-9360710D5849}"/>
              </a:ext>
            </a:extLst>
          </p:cNvPr>
          <p:cNvSpPr/>
          <p:nvPr/>
        </p:nvSpPr>
        <p:spPr>
          <a:xfrm>
            <a:off x="4923288" y="3749480"/>
            <a:ext cx="1390651" cy="978743"/>
          </a:xfrm>
          <a:prstGeom prst="rect">
            <a:avLst/>
          </a:prstGeom>
          <a:solidFill>
            <a:srgbClr val="D1BC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Counter = counter + 1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DA4B40-CC4F-4EBC-98EE-4066D59FD393}"/>
              </a:ext>
            </a:extLst>
          </p:cNvPr>
          <p:cNvSpPr txBox="1"/>
          <p:nvPr/>
        </p:nvSpPr>
        <p:spPr>
          <a:xfrm>
            <a:off x="9764785" y="6258187"/>
            <a:ext cx="186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Construct list of rule 2 breaks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0CD94-8AC2-4F83-9E87-0F13F92AE2B7}"/>
              </a:ext>
            </a:extLst>
          </p:cNvPr>
          <p:cNvSpPr txBox="1"/>
          <p:nvPr/>
        </p:nvSpPr>
        <p:spPr>
          <a:xfrm>
            <a:off x="6279247" y="4257221"/>
            <a:ext cx="1862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Set to next rule 2 break from list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A3DA82-43D7-4843-A088-7DBE00EC1B9B}"/>
              </a:ext>
            </a:extLst>
          </p:cNvPr>
          <p:cNvSpPr/>
          <p:nvPr/>
        </p:nvSpPr>
        <p:spPr>
          <a:xfrm>
            <a:off x="6217224" y="5494255"/>
            <a:ext cx="564859" cy="545284"/>
          </a:xfrm>
          <a:prstGeom prst="rect">
            <a:avLst/>
          </a:prstGeom>
          <a:solidFill>
            <a:srgbClr val="5ABA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Extend display limits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4B642A-A877-4F3C-8FF6-A2197B4F5350}"/>
              </a:ext>
            </a:extLst>
          </p:cNvPr>
          <p:cNvSpPr/>
          <p:nvPr/>
        </p:nvSpPr>
        <p:spPr>
          <a:xfrm>
            <a:off x="5847127" y="319500"/>
            <a:ext cx="620785" cy="498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Remove extremes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6ADF8C-A340-4B47-B1FA-1DEF728914F2}"/>
              </a:ext>
            </a:extLst>
          </p:cNvPr>
          <p:cNvSpPr/>
          <p:nvPr/>
        </p:nvSpPr>
        <p:spPr>
          <a:xfrm>
            <a:off x="6405563" y="6078106"/>
            <a:ext cx="620785" cy="498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Remove extremes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F2912B-2CEE-4FC7-9C3D-13E419B4156D}"/>
              </a:ext>
            </a:extLst>
          </p:cNvPr>
          <p:cNvSpPr txBox="1"/>
          <p:nvPr/>
        </p:nvSpPr>
        <p:spPr>
          <a:xfrm>
            <a:off x="6088747" y="3770147"/>
            <a:ext cx="1862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If at least 8 points are rule 2 break after counter ELSE</a:t>
            </a:r>
          </a:p>
        </p:txBody>
      </p:sp>
    </p:spTree>
    <p:extLst>
      <p:ext uri="{BB962C8B-B14F-4D97-AF65-F5344CB8AC3E}">
        <p14:creationId xmlns:p14="http://schemas.microsoft.com/office/powerpoint/2010/main" val="113007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6366D2B9AD44189CEF01CF88ADA41" ma:contentTypeVersion="4" ma:contentTypeDescription="Create a new document." ma:contentTypeScope="" ma:versionID="2d125503aa2ee6399a877c9f07b4888c">
  <xsd:schema xmlns:xsd="http://www.w3.org/2001/XMLSchema" xmlns:xs="http://www.w3.org/2001/XMLSchema" xmlns:p="http://schemas.microsoft.com/office/2006/metadata/properties" xmlns:ns3="b724589b-a14f-408d-a5b3-589bba7e2730" targetNamespace="http://schemas.microsoft.com/office/2006/metadata/properties" ma:root="true" ma:fieldsID="7b7274a59de5d83c2681e0135f4f68c2" ns3:_="">
    <xsd:import namespace="b724589b-a14f-408d-a5b3-589bba7e27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4589b-a14f-408d-a5b3-589bba7e27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873061-1378-4DC0-A0B6-9F603BABC815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b724589b-a14f-408d-a5b3-589bba7e273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0DC7A77-2A13-4AEE-9378-BEDAAE046D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24589b-a14f-408d-a5b3-589bba7e27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A569E5-253A-40A9-B1A5-54FB9C3E64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173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Imogen O'Connor</dc:creator>
  <cp:lastModifiedBy>Imogen O'Connor</cp:lastModifiedBy>
  <cp:revision>31</cp:revision>
  <dcterms:created xsi:type="dcterms:W3CDTF">2021-02-17T16:03:09Z</dcterms:created>
  <dcterms:modified xsi:type="dcterms:W3CDTF">2021-05-20T10:48:29Z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0x0101007316366D2B9AD44189CEF01CF88ADA41</vt:lpwstr>
  </property>
</Properties>
</file>